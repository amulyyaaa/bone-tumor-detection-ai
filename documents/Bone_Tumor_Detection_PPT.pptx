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🦴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 Tumor 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X-Ray Analysis Using MobileNetV2 Transfer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5486400" cy="274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| B.E./B.Tech — Computer Science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[Roll No]  ·  [College Name]  ·  2024–25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Radiologists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expert radiologists in tier-2 cities and rural hospitals leads to delayed diagnoses.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Diagnosis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673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X-ray review is time-consuming — delays can be critical for malignant tumors.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33192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 in interpreting X-rays can lead to inconsistent diagnoses.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3192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providing instant, consistent, explainable bone tumor screening from X-ray images.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42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424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MobileNetV2 (pretrained on ImageNet) for feature extraction on bone X-rays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1572768"/>
            <a:ext cx="7772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8653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≥80% validation accuracy using two-phase training strategy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2395728"/>
            <a:ext cx="7772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5176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688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6883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Streamlit app for real-time image upload and prediction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3218688"/>
            <a:ext cx="7772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7472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112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Grad-CAM heatmaps to show where the model focuses its attention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1560" y="4041648"/>
            <a:ext cx="7772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9768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Detection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3342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X-rays as Tumor / No Tumor with confidence score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4864608"/>
            <a:ext cx="7772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005840" cy="10058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691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1188720"/>
            <a:ext cx="1005840" cy="10058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73352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81912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79192" y="1691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8104" y="1188720"/>
            <a:ext cx="1005840" cy="10058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18104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26664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23944" y="1691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188720"/>
            <a:ext cx="1005840" cy="10058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62856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71416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68696" y="1691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7608" y="1188720"/>
            <a:ext cx="1005840" cy="10058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07608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16168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13448" y="1691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188720"/>
            <a:ext cx="1005840" cy="10058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1207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60920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108960"/>
            <a:ext cx="27432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10896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3520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layers (Phase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top 30 layers (Phase 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108960"/>
            <a:ext cx="27432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10896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520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Dense(128, ReLU) + Dropout(0.3)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Dense(1, Sigmoid) output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108960"/>
            <a:ext cx="27432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10896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520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(lr=1e-4)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+ ReduceLR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 Details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Source: Kaggle — Bone Tumor X-Ray Dataset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Classes: 2 (tumor / no_tumor)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40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Images: 500–1000 per class (balanced)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779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Format: JPG / PNG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218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 Size: Resized to 224 × 224 px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Split: 80% train / 20% validation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096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Augmentation: Rotation, flip, zoom, shear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20624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Training Methodology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3977640" cy="1371600"/>
          </a:xfrm>
          <a:prstGeom prst="rect">
            <a:avLst/>
          </a:prstGeom>
          <a:solidFill>
            <a:srgbClr val="0D2137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81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Head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MobileNetV2 backbone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Dense classifier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20 | LR: 1e-4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977640" cy="1371600"/>
          </a:xfrm>
          <a:prstGeom prst="rect">
            <a:avLst/>
          </a:prstGeom>
          <a:solidFill>
            <a:srgbClr val="0D2137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30 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gradient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10 | LR: 1e-5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2880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82880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2316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(Tumor class)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82880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(Tumor class)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182880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26700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*Results depend on dataset size and quality. Values shown are typical for 500+ images/class.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1600200" cy="65836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290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~450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0" y="3429000"/>
            <a:ext cx="1600200" cy="65836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4290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~45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1600200" cy="65836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062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~55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0" y="4206240"/>
            <a:ext cx="1600200" cy="65836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42062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~450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 rot="16200000">
            <a:off x="274320" y="342900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3017520"/>
            <a:ext cx="466344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3090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Grad-CAM Explainability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3493008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exact region in the X-ray that the model used to make its prediction.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Red/warm = high attention  |  Blue/cool = low attention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AI decision transparent and trustworthy for medical review.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685800" cy="6858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X-Ray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69080" y="1005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or browse to upload a bone X-ray image (JPG/PNG). Preview is shown instantly.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" y="164592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65960"/>
            <a:ext cx="685800" cy="6858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Analyze X-Ray button. The model runs inference on the 224×224 preprocessed image.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" y="265176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71800"/>
            <a:ext cx="685800" cy="6858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Prediction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6908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Detected / No Tumor Detected — displayed with confidence percentage (e.g., 92.1%).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" y="365760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77640"/>
            <a:ext cx="685800" cy="6858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Map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9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 overlaid on the X-ray shows exactly which bone regions influenced the result.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07792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9664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31536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3408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5280" y="4590288"/>
            <a:ext cx="1170432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46085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tumor subtypes: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osteosarcoma, chondrosarcoma,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Ewing's sarcoma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0584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Flask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TensorFlow Serving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hospital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conversion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Android / 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hospitals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(privacy)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896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🩻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4048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/ MRI / 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3D volumetric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with 3D CNN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6656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IRB-approved study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AI vs.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built an end-to-end AI pipeline for bone tumor detection from X-ray images.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1801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Achieved ~85–92% validation accuracy using MobileNetV2 transfer learning with minimal data.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web app provides a professional, real-time prediction interface.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330098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Grad-CAM explainability makes the model's decisions interpretable for medical professionals.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Demonstrates AI's potential to support radiologists in resource-limited healthcare settings.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This is a research prototype for educational purposes only. Not a substitute for medical diagnosis.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914400"/>
            <a:ext cx="3657600" cy="36576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[Roll No]  ·  [Department]  ·  [College]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TensorFlow  ·  Streamlit  ·  MobileNetV2 (Google)  ·  Kaggle Dataset  ·  Grad-CAM Paper (ICCV 2017)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Bone Tumor Detection AI</dc:title>
  <dc:subject>PptxGenJS Presentation</dc:subject>
  <dc:creator>PptxGenJS</dc:creator>
  <cp:lastModifiedBy>PptxGenJS</cp:lastModifiedBy>
  <cp:revision>1</cp:revision>
  <dcterms:created xsi:type="dcterms:W3CDTF">2026-05-09T19:54:33Z</dcterms:created>
  <dcterms:modified xsi:type="dcterms:W3CDTF">2026-05-09T19:54:33Z</dcterms:modified>
</cp:coreProperties>
</file>